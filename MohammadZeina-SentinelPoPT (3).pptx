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9AC6F-5730-4665-8631-82E1A78702C7}" v="70" dt="2026-01-04T10:10:37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8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87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74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0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4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1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13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6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9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5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1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96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927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978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260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502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270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13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F81A-F061-ACE4-25C1-8B95197E2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3901736" cy="2420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Sentinel — AI-Powered      Cybersecurity Assistant</a:t>
            </a:r>
            <a:endParaRPr lang="en-US" sz="4200">
              <a:solidFill>
                <a:srgbClr val="FFFFFF"/>
              </a:solidFill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69A70-2421-8677-AE3C-4D7A6AAA6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411604"/>
            <a:ext cx="3901736" cy="3211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70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A Smart, Modular System for Threat Detection, Analysis, and Prevention</a:t>
            </a:r>
            <a:endParaRPr lang="en-US" sz="160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70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70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Developed by: Mohammad Zeina</a:t>
            </a:r>
            <a:br>
              <a:rPr lang="en-US" sz="1600" i="1" dirty="0">
                <a:ea typeface="+mn-lt"/>
                <a:cs typeface="+mn-lt"/>
              </a:rPr>
            </a:br>
            <a:r>
              <a:rPr lang="en-US" sz="1600" i="1" dirty="0">
                <a:solidFill>
                  <a:srgbClr val="FFFFFF"/>
                </a:solidFill>
                <a:ea typeface="+mn-lt"/>
                <a:cs typeface="+mn-lt"/>
              </a:rPr>
              <a:t> Supervised by: Doctor Walid Amer</a:t>
            </a:r>
          </a:p>
          <a:p>
            <a:pPr>
              <a:lnSpc>
                <a:spcPct val="100000"/>
              </a:lnSpc>
            </a:pPr>
            <a:endParaRPr lang="en-US" sz="700" i="1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700" i="1" dirty="0">
              <a:solidFill>
                <a:srgbClr val="FFFFFF"/>
              </a:solidFill>
              <a:latin typeface="Avenir Next LT Pro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700" i="1" dirty="0">
              <a:solidFill>
                <a:srgbClr val="FFFFFF"/>
              </a:solidFill>
              <a:latin typeface="Avenir Next LT Pro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Comic Sans MS"/>
                <a:ea typeface="+mn-lt"/>
                <a:cs typeface="+mn-lt"/>
              </a:rPr>
              <a:t>“Empowering users to defend themselves through intelligent security tools.”</a:t>
            </a:r>
            <a:endParaRPr lang="en-US" sz="1400">
              <a:solidFill>
                <a:srgbClr val="FFFFFF"/>
              </a:solidFill>
              <a:latin typeface="Comic Sans MS"/>
              <a:ea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B859AA-827E-06CA-56D5-8B9018BD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34" r="12512" b="9"/>
          <a:stretch>
            <a:fillRect/>
          </a:stretch>
        </p:blipFill>
        <p:spPr>
          <a:xfrm>
            <a:off x="4955602" y="10"/>
            <a:ext cx="7236398" cy="6857990"/>
          </a:xfrm>
          <a:custGeom>
            <a:avLst/>
            <a:gdLst/>
            <a:ahLst/>
            <a:cxnLst/>
            <a:rect l="l" t="t" r="r" b="b"/>
            <a:pathLst>
              <a:path w="7726675" h="6858000">
                <a:moveTo>
                  <a:pt x="2975226" y="5978334"/>
                </a:moveTo>
                <a:cubicBezTo>
                  <a:pt x="3002582" y="5978928"/>
                  <a:pt x="3030286" y="5982273"/>
                  <a:pt x="3058007" y="5988576"/>
                </a:cubicBezTo>
                <a:cubicBezTo>
                  <a:pt x="3279778" y="6038998"/>
                  <a:pt x="3418684" y="6259656"/>
                  <a:pt x="3368261" y="6481427"/>
                </a:cubicBezTo>
                <a:cubicBezTo>
                  <a:pt x="3317839" y="6703198"/>
                  <a:pt x="3097182" y="6842104"/>
                  <a:pt x="2875410" y="6791681"/>
                </a:cubicBezTo>
                <a:cubicBezTo>
                  <a:pt x="2653640" y="6741259"/>
                  <a:pt x="2514734" y="6520601"/>
                  <a:pt x="2565157" y="6298830"/>
                </a:cubicBezTo>
                <a:cubicBezTo>
                  <a:pt x="2609276" y="6104780"/>
                  <a:pt x="2783732" y="5974174"/>
                  <a:pt x="2975226" y="5978334"/>
                </a:cubicBezTo>
                <a:close/>
                <a:moveTo>
                  <a:pt x="542891" y="1298362"/>
                </a:moveTo>
                <a:cubicBezTo>
                  <a:pt x="578216" y="1299129"/>
                  <a:pt x="613991" y="1303448"/>
                  <a:pt x="649789" y="1311587"/>
                </a:cubicBezTo>
                <a:cubicBezTo>
                  <a:pt x="936170" y="1376700"/>
                  <a:pt x="1115545" y="1661643"/>
                  <a:pt x="1050432" y="1948025"/>
                </a:cubicBezTo>
                <a:cubicBezTo>
                  <a:pt x="985319" y="2234407"/>
                  <a:pt x="700376" y="2413781"/>
                  <a:pt x="413995" y="2348669"/>
                </a:cubicBezTo>
                <a:cubicBezTo>
                  <a:pt x="127612" y="2283556"/>
                  <a:pt x="-51762" y="1998612"/>
                  <a:pt x="13351" y="1712231"/>
                </a:cubicBezTo>
                <a:cubicBezTo>
                  <a:pt x="70325" y="1461647"/>
                  <a:pt x="295606" y="1292990"/>
                  <a:pt x="542891" y="1298362"/>
                </a:cubicBezTo>
                <a:close/>
                <a:moveTo>
                  <a:pt x="362049" y="446831"/>
                </a:moveTo>
                <a:cubicBezTo>
                  <a:pt x="382746" y="447281"/>
                  <a:pt x="403706" y="449811"/>
                  <a:pt x="424679" y="454579"/>
                </a:cubicBezTo>
                <a:cubicBezTo>
                  <a:pt x="592463" y="492727"/>
                  <a:pt x="697554" y="659668"/>
                  <a:pt x="659405" y="827452"/>
                </a:cubicBezTo>
                <a:cubicBezTo>
                  <a:pt x="621257" y="995236"/>
                  <a:pt x="454318" y="1100327"/>
                  <a:pt x="286534" y="1062179"/>
                </a:cubicBezTo>
                <a:cubicBezTo>
                  <a:pt x="118749" y="1024031"/>
                  <a:pt x="13658" y="857091"/>
                  <a:pt x="51806" y="689306"/>
                </a:cubicBezTo>
                <a:cubicBezTo>
                  <a:pt x="85186" y="542495"/>
                  <a:pt x="217172" y="443684"/>
                  <a:pt x="362049" y="446831"/>
                </a:cubicBezTo>
                <a:close/>
                <a:moveTo>
                  <a:pt x="688320" y="0"/>
                </a:moveTo>
                <a:lnTo>
                  <a:pt x="5442022" y="0"/>
                </a:lnTo>
                <a:lnTo>
                  <a:pt x="7726675" y="0"/>
                </a:lnTo>
                <a:lnTo>
                  <a:pt x="7726675" y="988372"/>
                </a:lnTo>
                <a:lnTo>
                  <a:pt x="7726675" y="6858000"/>
                </a:lnTo>
                <a:lnTo>
                  <a:pt x="4265234" y="6858000"/>
                </a:lnTo>
                <a:lnTo>
                  <a:pt x="4167452" y="6648946"/>
                </a:lnTo>
                <a:cubicBezTo>
                  <a:pt x="4064668" y="6438534"/>
                  <a:pt x="3951418" y="6237194"/>
                  <a:pt x="3802376" y="6067515"/>
                </a:cubicBezTo>
                <a:cubicBezTo>
                  <a:pt x="3433898" y="5648543"/>
                  <a:pt x="2855445" y="5560200"/>
                  <a:pt x="2314714" y="5492960"/>
                </a:cubicBezTo>
                <a:cubicBezTo>
                  <a:pt x="1689319" y="5415368"/>
                  <a:pt x="1105502" y="5269445"/>
                  <a:pt x="626568" y="4822392"/>
                </a:cubicBezTo>
                <a:cubicBezTo>
                  <a:pt x="42544" y="4277286"/>
                  <a:pt x="59772" y="3691233"/>
                  <a:pt x="462831" y="3184007"/>
                </a:cubicBezTo>
                <a:cubicBezTo>
                  <a:pt x="688845" y="2899538"/>
                  <a:pt x="972083" y="2660548"/>
                  <a:pt x="1228189" y="2399566"/>
                </a:cubicBezTo>
                <a:cubicBezTo>
                  <a:pt x="1460698" y="2161897"/>
                  <a:pt x="1522193" y="1866062"/>
                  <a:pt x="1384674" y="1566341"/>
                </a:cubicBezTo>
                <a:cubicBezTo>
                  <a:pt x="1239184" y="1249484"/>
                  <a:pt x="1095206" y="930335"/>
                  <a:pt x="922279" y="628332"/>
                </a:cubicBezTo>
                <a:cubicBezTo>
                  <a:pt x="805583" y="424593"/>
                  <a:pt x="731712" y="225291"/>
                  <a:pt x="693729" y="333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48844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8C60C8E-CBEB-4FFC-AADB-4123E3122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1A9C99-FD39-4971-A548-0B9E5A2A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8A679F6F-8FDE-0C6B-9B26-D273A720754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t="10131" r="9091" b="232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AB2DF7-34C9-45C2-BB70-6797ACA67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A31B4C-AC47-DFE2-1C9E-B6DEFCA4C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1" y="609600"/>
            <a:ext cx="10131425" cy="145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/>
              <a:t>The Cybersecurity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EB0E3-BCA9-9B13-4B3D-963104D68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2142067"/>
            <a:ext cx="10131425" cy="364913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85750" algn="l">
              <a:lnSpc>
                <a:spcPct val="90000"/>
              </a:lnSpc>
              <a:buFont typeface="Arial"/>
              <a:buChar char="•"/>
            </a:pPr>
            <a:r>
              <a:rPr lang="en-US" cap="none" dirty="0"/>
              <a:t>Increasing cyberattacks and data breaches threaten users daily.</a:t>
            </a:r>
            <a:endParaRPr lang="en-US" cap="none" dirty="0">
              <a:ea typeface="Calibri"/>
              <a:cs typeface="Calibri"/>
            </a:endParaRPr>
          </a:p>
          <a:p>
            <a:pPr marL="285750" indent="-285750" algn="l">
              <a:lnSpc>
                <a:spcPct val="90000"/>
              </a:lnSpc>
              <a:buFont typeface="Arial"/>
              <a:buChar char="•"/>
            </a:pPr>
            <a:r>
              <a:rPr lang="en-US" cap="none" dirty="0"/>
              <a:t>Users, developers, and organizations often lack accessible, integrated security tools.</a:t>
            </a:r>
            <a:endParaRPr lang="en-US" cap="none" dirty="0">
              <a:ea typeface="Calibri"/>
              <a:cs typeface="Calibri"/>
            </a:endParaRPr>
          </a:p>
          <a:p>
            <a:pPr marL="285750" indent="-285750" algn="l">
              <a:lnSpc>
                <a:spcPct val="90000"/>
              </a:lnSpc>
              <a:buFont typeface="Arial"/>
              <a:buChar char="•"/>
            </a:pPr>
            <a:r>
              <a:rPr lang="en-US" cap="none" dirty="0"/>
              <a:t>Existing solutions are fragmented, complex, or expensive.</a:t>
            </a:r>
            <a:endParaRPr lang="en-US" cap="none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cap="none" dirty="0"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buFont typeface="Arial"/>
              <a:buChar char="•"/>
            </a:pPr>
            <a:r>
              <a:rPr lang="en-US" cap="none" dirty="0"/>
              <a:t>Goal: Sentinel provides a unified, intelligent cybersecurity assistant that empowers users of all technical levels to protect their digital assets. By combining multiple security tools and AI-driven insights in a single modular platform, Sentinel simplifies complex cybersecurity tasks. It not only educates users about potential threats but also offers actionable recommendations to prevent and respond to attacks. </a:t>
            </a:r>
            <a:endParaRPr lang="en-US" cap="none" dirty="0">
              <a:ea typeface="Calibri" panose="020F0502020204030204"/>
              <a:cs typeface="Calibri" panose="020F0502020204030204"/>
            </a:endParaRPr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500" i="1" cap="none"/>
          </a:p>
          <a:p>
            <a:pPr algn="l">
              <a:lnSpc>
                <a:spcPct val="90000"/>
              </a:lnSpc>
              <a:buFont typeface="Arial"/>
              <a:buChar char="•"/>
            </a:pPr>
            <a:endParaRPr lang="en-US" sz="1500" i="1" cap="none"/>
          </a:p>
          <a:p>
            <a:pPr algn="l">
              <a:lnSpc>
                <a:spcPct val="90000"/>
              </a:lnSpc>
              <a:buFont typeface="Arial"/>
              <a:buChar char="•"/>
            </a:pPr>
            <a:r>
              <a:rPr lang="en-US" i="1" cap="none" dirty="0"/>
              <a:t>“Cybersecurity is much more than a matter of IT—it’s a matter of trust.”</a:t>
            </a:r>
            <a:r>
              <a:rPr lang="en-US" cap="none" dirty="0"/>
              <a:t> — Bruce Schneier, Security Technologist</a:t>
            </a:r>
            <a:r>
              <a:rPr lang="en-US" sz="1500" cap="none" dirty="0"/>
              <a:t>.</a:t>
            </a:r>
            <a:endParaRPr lang="en-US" sz="1500" cap="non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161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090A-7207-2037-BF3A-3EFA1DD2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487" y="639097"/>
            <a:ext cx="9585046" cy="127631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How Sentinel Works</a:t>
            </a:r>
            <a:endParaRPr lang="en-US"/>
          </a:p>
        </p:txBody>
      </p:sp>
      <p:pic>
        <p:nvPicPr>
          <p:cNvPr id="24" name="Picture 23" descr="Cubes connected with a red line">
            <a:extLst>
              <a:ext uri="{FF2B5EF4-FFF2-40B4-BE49-F238E27FC236}">
                <a16:creationId xmlns:a16="http://schemas.microsoft.com/office/drawing/2014/main" id="{6C71B932-3F6E-0907-3D71-BB3D149A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96" r="18613" b="-7"/>
          <a:stretch>
            <a:fillRect/>
          </a:stretch>
        </p:blipFill>
        <p:spPr>
          <a:xfrm>
            <a:off x="20" y="975"/>
            <a:ext cx="7959" cy="6858000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4A34CBE-E1D7-EDC0-CC1E-D9B447A6B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3488" y="1915411"/>
            <a:ext cx="9360927" cy="430840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Python +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interface for a clean, interactive AI assistant.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Modular architecture: each module handles a specific cybersecurity function.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AI-powered advice using transformers for threat insights.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Real-time analysis, diagnostics, and recommendations.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5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dirty="0">
                <a:ea typeface="Calibri"/>
                <a:cs typeface="Calibri"/>
              </a:rPr>
              <a:t>Flow Diagram: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User → Sentinel UI → AI Core → (Modules)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                                               ↳ Password Tester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                                               ↳ Phishing Detector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                                               ↳ Data Breach Checker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                                               ↳ 2FA Setup Assistant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                                               ↳ Privacy Leak Analyzer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63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811F2-2CE8-D900-4A4D-C2EE25D3A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788" y="2223248"/>
            <a:ext cx="2339671" cy="1469251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ea typeface="Calibri Light"/>
                <a:cs typeface="Calibri Light"/>
              </a:rPr>
              <a:t>Sentinel's Modules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D02D-C0B8-FC35-0099-08427A902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171" y="113805"/>
            <a:ext cx="8995963" cy="674195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1. Password Strength Evaluator</a:t>
            </a:r>
            <a:r>
              <a:rPr lang="en-US" sz="2000" dirty="0">
                <a:ea typeface="+mn-lt"/>
                <a:cs typeface="+mn-lt"/>
              </a:rPr>
              <a:t> – Evaluates password robustness and suggests improvements.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2. Web Scanner</a:t>
            </a:r>
            <a:r>
              <a:rPr lang="en-US" sz="2000" dirty="0">
                <a:ea typeface="+mn-lt"/>
                <a:cs typeface="+mn-lt"/>
              </a:rPr>
              <a:t>– Detects phishing messages, links, and unsafe websites.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3. Malware File Analyzer </a:t>
            </a:r>
            <a:r>
              <a:rPr lang="en-US" sz="2000" dirty="0">
                <a:ea typeface="+mn-lt"/>
                <a:cs typeface="+mn-lt"/>
              </a:rPr>
              <a:t>– Scans any type of file for malware or viruses.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4. 2FA Setup Assistant</a:t>
            </a:r>
            <a:r>
              <a:rPr lang="en-US" sz="2000" dirty="0">
                <a:ea typeface="+mn-lt"/>
                <a:cs typeface="+mn-lt"/>
              </a:rPr>
              <a:t> – Guides users to set up Two-Factor Authentication securely.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5. Privacy Leak Analyzer</a:t>
            </a:r>
            <a:r>
              <a:rPr lang="en-US" sz="2000" dirty="0">
                <a:ea typeface="+mn-lt"/>
                <a:cs typeface="+mn-lt"/>
              </a:rPr>
              <a:t> – Scans for sensitive data before sharing online.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6</a:t>
            </a:r>
            <a:r>
              <a:rPr lang="en-US" sz="2000" b="1" dirty="0">
                <a:ea typeface="+mn-lt"/>
                <a:cs typeface="+mn-lt"/>
              </a:rPr>
              <a:t>. Threat Advisor </a:t>
            </a:r>
            <a:r>
              <a:rPr lang="en-US" sz="2000" dirty="0">
                <a:ea typeface="+mn-lt"/>
                <a:cs typeface="+mn-lt"/>
              </a:rPr>
              <a:t> – Provides intelligent, AI-driven guidance on cybersecurity threats.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7. Endpoint Security Scanner </a:t>
            </a:r>
            <a:r>
              <a:rPr lang="en-US" sz="2000" dirty="0">
                <a:ea typeface="+mn-lt"/>
                <a:cs typeface="+mn-lt"/>
              </a:rPr>
              <a:t> – Monitors devices for vulnerabilities and open connections.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8</a:t>
            </a:r>
            <a:r>
              <a:rPr lang="en-US" sz="2000" b="1" dirty="0">
                <a:ea typeface="+mn-lt"/>
                <a:cs typeface="+mn-lt"/>
              </a:rPr>
              <a:t>. Intrusion Detection &amp; Response </a:t>
            </a:r>
            <a:r>
              <a:rPr lang="en-US" sz="2000" dirty="0">
                <a:ea typeface="+mn-lt"/>
                <a:cs typeface="+mn-lt"/>
              </a:rPr>
              <a:t> – Monitors logs and network activity for suspicious behavior. (future work)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9. Secure AI Policy Auditor</a:t>
            </a:r>
            <a:r>
              <a:rPr lang="en-US" sz="2000" dirty="0">
                <a:ea typeface="+mn-lt"/>
                <a:cs typeface="+mn-lt"/>
              </a:rPr>
              <a:t> – Audits software for compliance with data protection standards. </a:t>
            </a:r>
            <a:endParaRPr lang="en-US" sz="200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10. Digital Forensics Toolkit</a:t>
            </a:r>
            <a:r>
              <a:rPr lang="en-US" sz="2000" dirty="0">
                <a:ea typeface="+mn-lt"/>
                <a:cs typeface="+mn-lt"/>
              </a:rPr>
              <a:t> – Extracts and analyzes evidence from compromised systems.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11. Insider Threat Detection  </a:t>
            </a:r>
            <a:r>
              <a:rPr lang="en-US" sz="2000" dirty="0">
                <a:ea typeface="+mn-lt"/>
                <a:cs typeface="+mn-lt"/>
              </a:rPr>
              <a:t>– Detects abnormal user behavior in organizations.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12. Automated Penetration Testing Framework  </a:t>
            </a:r>
            <a:r>
              <a:rPr lang="en-US" sz="2000" dirty="0">
                <a:ea typeface="+mn-lt"/>
                <a:cs typeface="+mn-lt"/>
              </a:rPr>
              <a:t>– Runs ethical hacking simulations automatically.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13. Sentinel AI Defense Core  </a:t>
            </a:r>
            <a:r>
              <a:rPr lang="en-US" sz="2000" dirty="0">
                <a:ea typeface="+mn-lt"/>
                <a:cs typeface="+mn-lt"/>
              </a:rPr>
              <a:t>– Integrates all Sentinel data to predict and prevent threats proactively.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777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6A60-3FD1-E110-9A80-63C6AADB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262218"/>
            <a:ext cx="7808140" cy="1099457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Tools &amp; Methodology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AF72-79D2-A847-D0A8-891F2C6AD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705037"/>
            <a:ext cx="7808140" cy="4702486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ea typeface="+mn-lt"/>
                <a:cs typeface="+mn-lt"/>
              </a:rPr>
              <a:t>Frontend: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Streamlit</a:t>
            </a:r>
            <a:r>
              <a:rPr lang="en-US" sz="1600" dirty="0">
                <a:ea typeface="+mn-lt"/>
                <a:cs typeface="+mn-lt"/>
              </a:rPr>
              <a:t>, python, icons &amp; cards for UI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b="1" dirty="0">
                <a:ea typeface="+mn-lt"/>
                <a:cs typeface="+mn-lt"/>
              </a:rPr>
              <a:t>AI &amp; Machine Learning:</a:t>
            </a:r>
            <a:r>
              <a:rPr lang="en-US" sz="1600" dirty="0">
                <a:ea typeface="+mn-lt"/>
                <a:cs typeface="+mn-lt"/>
              </a:rPr>
              <a:t> Transformers, </a:t>
            </a:r>
            <a:r>
              <a:rPr lang="en-US" sz="1600" dirty="0" err="1">
                <a:ea typeface="+mn-lt"/>
                <a:cs typeface="+mn-lt"/>
              </a:rPr>
              <a:t>PyTorch</a:t>
            </a:r>
            <a:r>
              <a:rPr lang="en-US" sz="1600" dirty="0">
                <a:ea typeface="+mn-lt"/>
                <a:cs typeface="+mn-lt"/>
              </a:rPr>
              <a:t>, Scikit-learn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b="1" dirty="0">
                <a:ea typeface="+mn-lt"/>
                <a:cs typeface="+mn-lt"/>
              </a:rPr>
              <a:t>Network &amp; Security: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HaveIBeenPwned</a:t>
            </a:r>
            <a:r>
              <a:rPr lang="en-US" sz="1600" dirty="0">
                <a:ea typeface="+mn-lt"/>
                <a:cs typeface="+mn-lt"/>
              </a:rPr>
              <a:t> API, </a:t>
            </a:r>
            <a:r>
              <a:rPr lang="en-US" sz="1600" dirty="0" err="1">
                <a:ea typeface="+mn-lt"/>
                <a:cs typeface="+mn-lt"/>
              </a:rPr>
              <a:t>VirusTotal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nmap</a:t>
            </a:r>
            <a:r>
              <a:rPr lang="en-US" sz="1600" dirty="0">
                <a:ea typeface="+mn-lt"/>
                <a:cs typeface="+mn-lt"/>
              </a:rPr>
              <a:t>, local diagnostics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b="1" dirty="0">
                <a:ea typeface="+mn-lt"/>
                <a:cs typeface="+mn-lt"/>
              </a:rPr>
              <a:t>Data &amp; Files:</a:t>
            </a:r>
            <a:r>
              <a:rPr lang="en-US" sz="1600" dirty="0">
                <a:ea typeface="+mn-lt"/>
                <a:cs typeface="+mn-lt"/>
              </a:rPr>
              <a:t> Pandas, Regex, file hashing, log parsing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b="1" dirty="0">
                <a:ea typeface="+mn-lt"/>
                <a:cs typeface="+mn-lt"/>
              </a:rPr>
              <a:t>Visualization: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Plotly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Streamlit</a:t>
            </a:r>
            <a:r>
              <a:rPr lang="en-US" sz="1600" dirty="0">
                <a:ea typeface="+mn-lt"/>
                <a:cs typeface="+mn-lt"/>
              </a:rPr>
              <a:t> charts, dashboards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100" b="1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en-US" sz="1100" b="1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100" b="1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ea typeface="+mn-lt"/>
                <a:cs typeface="+mn-lt"/>
              </a:rPr>
              <a:t>Development Process: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1) Research &amp; plan modules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2) Prototype each module individually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3) Integrate into Sentinel Core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4) Optimize UI &amp; performance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5) Test and validate results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1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1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488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0479-4C6E-096E-209D-AA5E5A35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163" y="643463"/>
            <a:ext cx="4698405" cy="160812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Impact &amp; Future Plans</a:t>
            </a:r>
            <a:endParaRPr lang="en-US" dirty="0"/>
          </a:p>
        </p:txBody>
      </p:sp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F983A7FA-29A8-15CE-296F-1541A59C9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01" r="-6" b="-6"/>
          <a:stretch>
            <a:fillRect/>
          </a:stretch>
        </p:blipFill>
        <p:spPr>
          <a:xfrm>
            <a:off x="20" y="975"/>
            <a:ext cx="6540405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DCA55-8C80-8FA0-7EA5-7082CD134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163" y="2251587"/>
            <a:ext cx="4698405" cy="3972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Sentinel empowers users, developers, and organizations with AI-driven cybersecurity.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It is an </a:t>
            </a:r>
            <a:r>
              <a:rPr lang="en-US" sz="1600" err="1">
                <a:ea typeface="+mn-lt"/>
                <a:cs typeface="+mn-lt"/>
              </a:rPr>
              <a:t>ducational</a:t>
            </a:r>
            <a:r>
              <a:rPr lang="en-US" sz="1600" dirty="0">
                <a:ea typeface="+mn-lt"/>
                <a:cs typeface="+mn-lt"/>
              </a:rPr>
              <a:t> tool for learning and understanding real-world threats.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It provides an expandable modular system for new threats or tools.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en-US" sz="1600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Future vision: </a:t>
            </a:r>
            <a:r>
              <a:rPr lang="en-US" sz="1600" b="1" dirty="0">
                <a:ea typeface="+mn-lt"/>
                <a:cs typeface="+mn-lt"/>
              </a:rPr>
              <a:t>Self-learning AI Core</a:t>
            </a:r>
            <a:r>
              <a:rPr lang="en-US" sz="1600" dirty="0">
                <a:ea typeface="+mn-lt"/>
                <a:cs typeface="+mn-lt"/>
              </a:rPr>
              <a:t> correlating all security data for predictive defense.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a typeface="+mn-lt"/>
                <a:cs typeface="+mn-lt"/>
              </a:rPr>
              <a:t>“Sentinel — making intelligent, accessible, and proactive cybersecurity a reality.”</a:t>
            </a: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3730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Celestial</vt:lpstr>
      <vt:lpstr>Sentinel — AI-Powered      Cybersecurity Assistant</vt:lpstr>
      <vt:lpstr>The Cybersecurity CHALLENGE</vt:lpstr>
      <vt:lpstr>How Sentinel Works</vt:lpstr>
      <vt:lpstr>Sentinel's Modules</vt:lpstr>
      <vt:lpstr>Tools &amp; Methodology</vt:lpstr>
      <vt:lpstr>Impact &amp; Future Plans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303</cp:revision>
  <dcterms:created xsi:type="dcterms:W3CDTF">2025-10-07T17:47:58Z</dcterms:created>
  <dcterms:modified xsi:type="dcterms:W3CDTF">2026-01-04T10:11:11Z</dcterms:modified>
</cp:coreProperties>
</file>