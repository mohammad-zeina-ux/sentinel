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81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16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825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1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11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7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2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18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77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85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50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71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2743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15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69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434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55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9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2025-10-20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8687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930" y="629266"/>
            <a:ext cx="618819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>
                <a:solidFill>
                  <a:srgbClr val="EBEBEB"/>
                </a:solidFill>
              </a:rPr>
              <a:t> </a:t>
            </a:r>
            <a:r>
              <a:rPr lang="en-US" sz="4200" cap="all" spc="300" baseline="0">
                <a:solidFill>
                  <a:srgbClr val="EBEBEB"/>
                </a:solidFill>
              </a:rPr>
              <a:t>Sentinel  Storyboard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8930" y="2438400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By Mohammad Zeina</a:t>
            </a:r>
          </a:p>
          <a:p>
            <a:pPr indent="-228600">
              <a:buFont typeface="Wingdings 3" charset="2"/>
              <a:buChar char=""/>
            </a:pPr>
            <a:endParaRPr lang="en-US">
              <a:solidFill>
                <a:srgbClr val="FFFFFF"/>
              </a:solidFill>
            </a:endParaRPr>
          </a:p>
          <a:p>
            <a:pPr indent="-228600">
              <a:buFont typeface="Wingdings 3" charset="2"/>
              <a:buChar char=""/>
            </a:pPr>
            <a:endParaRPr lang="en-US">
              <a:solidFill>
                <a:srgbClr val="FFFFFF"/>
              </a:solidFill>
            </a:endParaRPr>
          </a:p>
          <a:p>
            <a:pPr indent="-228600"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Supervised by Dr. Walid Amer</a:t>
            </a:r>
          </a:p>
        </p:txBody>
      </p:sp>
      <p:pic>
        <p:nvPicPr>
          <p:cNvPr id="4" name="Picture 3" descr="A blue shield with a circuit board&#10;&#10;AI-generated content may be incorrect.">
            <a:extLst>
              <a:ext uri="{FF2B5EF4-FFF2-40B4-BE49-F238E27FC236}">
                <a16:creationId xmlns:a16="http://schemas.microsoft.com/office/drawing/2014/main" id="{22126765-A627-6612-DF42-F1D4C7F541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44" r="19189" b="1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B2450-1216-9718-0DD6-0C7D1F35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64" y="217910"/>
            <a:ext cx="11785939" cy="61791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700" b="0" i="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Purpose of the Storyboard</a:t>
            </a:r>
            <a:br>
              <a:rPr lang="en-US" sz="17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1700" b="0" i="0" kern="1200" cap="all" spc="300" baseline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</a:pPr>
            <a:r>
              <a:rPr lang="en-US" sz="1700" b="0" i="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purpose of this storyboard is to visually and conceptually illustrate the user journey within Sentinel, an AI-powered cybersecurity assistant. It outlines how users interact with the system — from authentication and personalized greetings to module selection and security analysis.</a:t>
            </a:r>
          </a:p>
          <a:p>
            <a:pPr algn="ctr">
              <a:lnSpc>
                <a:spcPct val="90000"/>
              </a:lnSpc>
            </a:pPr>
            <a:r>
              <a:rPr lang="en-US" sz="1700" b="0" i="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This storyboard aims to:</a:t>
            </a:r>
          </a:p>
          <a:p>
            <a:pPr marL="285750" indent="-285750" algn="ctr">
              <a:lnSpc>
                <a:spcPct val="90000"/>
              </a:lnSpc>
            </a:pPr>
            <a:r>
              <a:rPr lang="en-US" sz="1700" b="0" i="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Demonstrate the logical flow of Sentinel’s interface and functionality.</a:t>
            </a:r>
          </a:p>
          <a:p>
            <a:pPr marL="285750" indent="-285750" algn="ctr">
              <a:lnSpc>
                <a:spcPct val="90000"/>
              </a:lnSpc>
            </a:pPr>
            <a:r>
              <a:rPr lang="en-US" sz="1700" b="0" i="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Highlight how each feature contributes to enhancing user security awareness and protection.</a:t>
            </a:r>
          </a:p>
          <a:p>
            <a:pPr marL="285750" indent="-285750" algn="ctr">
              <a:lnSpc>
                <a:spcPct val="90000"/>
              </a:lnSpc>
            </a:pPr>
            <a:r>
              <a:rPr lang="en-US" sz="1700" b="0" i="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Provide a clear overview of the user experience (UX), emphasizing simplicity, guidance, and proactive threat prevention.</a:t>
            </a:r>
          </a:p>
          <a:p>
            <a:pPr algn="ctr">
              <a:lnSpc>
                <a:spcPct val="90000"/>
              </a:lnSpc>
            </a:pPr>
            <a:r>
              <a:rPr lang="en-US" sz="1700" b="0" i="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Ultimately, the storyboard serves as a conceptual roadmap for how Sentinel empowers users to identify, understand, and mitigate cybersecurity risks through an intuitive, modular, and intelligent design.</a:t>
            </a:r>
          </a:p>
          <a:p>
            <a:pPr algn="ctr">
              <a:lnSpc>
                <a:spcPct val="90000"/>
              </a:lnSpc>
            </a:pPr>
            <a:endParaRPr lang="en-US" sz="1700" b="0" i="0" kern="1200" cap="all" spc="300" baseline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888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B5D5BD-FBE5-BE3A-787D-7C88428E9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79" y="1722"/>
            <a:ext cx="12208644" cy="68540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659B28-D4AE-D713-A864-1C6BD6458A6A}"/>
              </a:ext>
            </a:extLst>
          </p:cNvPr>
          <p:cNvSpPr txBox="1"/>
          <p:nvPr/>
        </p:nvSpPr>
        <p:spPr>
          <a:xfrm>
            <a:off x="8275041" y="2014135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Any user must sign up with an account before using Sentinel.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A015E9-9022-674F-1D89-E6D29E977163}"/>
              </a:ext>
            </a:extLst>
          </p:cNvPr>
          <p:cNvCxnSpPr/>
          <p:nvPr/>
        </p:nvCxnSpPr>
        <p:spPr>
          <a:xfrm flipV="1">
            <a:off x="2203090" y="3291347"/>
            <a:ext cx="398931" cy="284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B5D522-CF8A-2AE1-2968-376A9C1DD338}"/>
              </a:ext>
            </a:extLst>
          </p:cNvPr>
          <p:cNvSpPr txBox="1"/>
          <p:nvPr/>
        </p:nvSpPr>
        <p:spPr>
          <a:xfrm>
            <a:off x="2514214" y="30577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User enters their email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169736-0AE0-62A5-AEC8-BE3488EA00B8}"/>
              </a:ext>
            </a:extLst>
          </p:cNvPr>
          <p:cNvCxnSpPr>
            <a:cxnSpLocks/>
          </p:cNvCxnSpPr>
          <p:nvPr/>
        </p:nvCxnSpPr>
        <p:spPr>
          <a:xfrm flipV="1">
            <a:off x="1978972" y="4142994"/>
            <a:ext cx="398931" cy="284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DB5FCCD-26DF-5D51-65EF-019C3E55A182}"/>
              </a:ext>
            </a:extLst>
          </p:cNvPr>
          <p:cNvSpPr txBox="1"/>
          <p:nvPr/>
        </p:nvSpPr>
        <p:spPr>
          <a:xfrm>
            <a:off x="2290251" y="391453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Chooses their username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D57B39-A03C-E53F-B9CB-AD430E1B9C35}"/>
              </a:ext>
            </a:extLst>
          </p:cNvPr>
          <p:cNvCxnSpPr>
            <a:cxnSpLocks/>
          </p:cNvCxnSpPr>
          <p:nvPr/>
        </p:nvCxnSpPr>
        <p:spPr>
          <a:xfrm flipV="1">
            <a:off x="1519530" y="4983434"/>
            <a:ext cx="398931" cy="284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2B4D1BA-EB40-120F-EBEC-EEE1A5EEEB82}"/>
              </a:ext>
            </a:extLst>
          </p:cNvPr>
          <p:cNvSpPr txBox="1"/>
          <p:nvPr/>
        </p:nvSpPr>
        <p:spPr>
          <a:xfrm>
            <a:off x="1814271" y="476861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Types password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5AED0-5823-18A7-DC79-6C41662D6C26}"/>
              </a:ext>
            </a:extLst>
          </p:cNvPr>
          <p:cNvSpPr txBox="1"/>
          <p:nvPr/>
        </p:nvSpPr>
        <p:spPr>
          <a:xfrm>
            <a:off x="2623142" y="5913822"/>
            <a:ext cx="52533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The user clicks Create Account and now anytime they want to use Sentinel they just have to log in.</a:t>
            </a:r>
          </a:p>
        </p:txBody>
      </p:sp>
    </p:spTree>
    <p:extLst>
      <p:ext uri="{BB962C8B-B14F-4D97-AF65-F5344CB8AC3E}">
        <p14:creationId xmlns:p14="http://schemas.microsoft.com/office/powerpoint/2010/main" val="2382994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003C0E-2D24-903B-2481-3B18AC743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361" y="-2708"/>
            <a:ext cx="12192000" cy="6862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8A8171-F2DC-8302-3395-3A7A1333F7E6}"/>
              </a:ext>
            </a:extLst>
          </p:cNvPr>
          <p:cNvSpPr txBox="1"/>
          <p:nvPr/>
        </p:nvSpPr>
        <p:spPr>
          <a:xfrm>
            <a:off x="7717797" y="1475531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If the user already has an account, they choose login and enter their email and password.</a:t>
            </a:r>
          </a:p>
        </p:txBody>
      </p:sp>
    </p:spTree>
    <p:extLst>
      <p:ext uri="{BB962C8B-B14F-4D97-AF65-F5344CB8AC3E}">
        <p14:creationId xmlns:p14="http://schemas.microsoft.com/office/powerpoint/2010/main" val="106145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login&#10;&#10;AI-generated content may be incorrect.">
            <a:extLst>
              <a:ext uri="{FF2B5EF4-FFF2-40B4-BE49-F238E27FC236}">
                <a16:creationId xmlns:a16="http://schemas.microsoft.com/office/drawing/2014/main" id="{C9D0BFD9-88F5-9D88-35E8-FAAD48E83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1" y="4478"/>
            <a:ext cx="12191999" cy="68727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C2937B-3757-421E-08BA-805F5B7019CC}"/>
              </a:ext>
            </a:extLst>
          </p:cNvPr>
          <p:cNvSpPr txBox="1"/>
          <p:nvPr/>
        </p:nvSpPr>
        <p:spPr>
          <a:xfrm>
            <a:off x="8145075" y="1247255"/>
            <a:ext cx="274319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The user have an option where they can change their password if forgotten after verifying their email</a:t>
            </a:r>
          </a:p>
        </p:txBody>
      </p:sp>
    </p:spTree>
    <p:extLst>
      <p:ext uri="{BB962C8B-B14F-4D97-AF65-F5344CB8AC3E}">
        <p14:creationId xmlns:p14="http://schemas.microsoft.com/office/powerpoint/2010/main" val="3082114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C25BFE-FF8E-F1F8-0B25-97E6CCB76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7" y="1904"/>
            <a:ext cx="12180791" cy="68631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C89B6A-8752-7BA7-F0F9-0E2139CBA605}"/>
              </a:ext>
            </a:extLst>
          </p:cNvPr>
          <p:cNvSpPr txBox="1"/>
          <p:nvPr/>
        </p:nvSpPr>
        <p:spPr>
          <a:xfrm>
            <a:off x="7632959" y="507658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after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0A576-D952-5BF4-D6F8-30A55F9682A7}"/>
              </a:ext>
            </a:extLst>
          </p:cNvPr>
          <p:cNvSpPr txBox="1"/>
          <p:nvPr/>
        </p:nvSpPr>
        <p:spPr>
          <a:xfrm>
            <a:off x="1810292" y="1307546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After logging in, the user enters the main page where they can check their profile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49EF29-AABF-42C8-8372-A855B3FE4DD8}"/>
              </a:ext>
            </a:extLst>
          </p:cNvPr>
          <p:cNvCxnSpPr/>
          <p:nvPr/>
        </p:nvCxnSpPr>
        <p:spPr>
          <a:xfrm flipV="1">
            <a:off x="1148075" y="1549619"/>
            <a:ext cx="645459" cy="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975105-ABBB-A9B3-C8E7-4A25E528A624}"/>
              </a:ext>
            </a:extLst>
          </p:cNvPr>
          <p:cNvCxnSpPr>
            <a:cxnSpLocks/>
          </p:cNvCxnSpPr>
          <p:nvPr/>
        </p:nvCxnSpPr>
        <p:spPr>
          <a:xfrm flipH="1">
            <a:off x="10276387" y="2002337"/>
            <a:ext cx="49304" cy="499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BABD83-6F9E-ECC8-A62E-78CD77F7C822}"/>
              </a:ext>
            </a:extLst>
          </p:cNvPr>
          <p:cNvCxnSpPr>
            <a:cxnSpLocks/>
          </p:cNvCxnSpPr>
          <p:nvPr/>
        </p:nvCxnSpPr>
        <p:spPr>
          <a:xfrm flipH="1">
            <a:off x="9066087" y="2065593"/>
            <a:ext cx="94129" cy="421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CF80B0-391D-6B0C-630B-308A1CC3C3E4}"/>
              </a:ext>
            </a:extLst>
          </p:cNvPr>
          <p:cNvCxnSpPr>
            <a:cxnSpLocks/>
          </p:cNvCxnSpPr>
          <p:nvPr/>
        </p:nvCxnSpPr>
        <p:spPr>
          <a:xfrm>
            <a:off x="11401456" y="2304896"/>
            <a:ext cx="163607" cy="398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A9382E-AABD-60E9-3964-A1814054B496}"/>
              </a:ext>
            </a:extLst>
          </p:cNvPr>
          <p:cNvSpPr txBox="1"/>
          <p:nvPr/>
        </p:nvSpPr>
        <p:spPr>
          <a:xfrm>
            <a:off x="8405906" y="2402437"/>
            <a:ext cx="139849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Explanation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C99BE2-CCA3-5481-DB37-C7B05D506BA9}"/>
              </a:ext>
            </a:extLst>
          </p:cNvPr>
          <p:cNvSpPr txBox="1"/>
          <p:nvPr/>
        </p:nvSpPr>
        <p:spPr>
          <a:xfrm>
            <a:off x="9705171" y="2419233"/>
            <a:ext cx="133125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Guidance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F09C0E-49DE-CDEE-9B04-27B113C7AEDA}"/>
              </a:ext>
            </a:extLst>
          </p:cNvPr>
          <p:cNvSpPr txBox="1"/>
          <p:nvPr/>
        </p:nvSpPr>
        <p:spPr>
          <a:xfrm>
            <a:off x="11158883" y="2713253"/>
            <a:ext cx="9278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</a:rPr>
              <a:t>Review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F3C46A-964D-22E3-430A-A0901111C499}"/>
              </a:ext>
            </a:extLst>
          </p:cNvPr>
          <p:cNvSpPr txBox="1"/>
          <p:nvPr/>
        </p:nvSpPr>
        <p:spPr>
          <a:xfrm>
            <a:off x="2676738" y="5448816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log out button takes the user back to the authentication page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74E329-9FE2-0DB4-45A7-8CF83A45E06E}"/>
              </a:ext>
            </a:extLst>
          </p:cNvPr>
          <p:cNvCxnSpPr>
            <a:cxnSpLocks/>
          </p:cNvCxnSpPr>
          <p:nvPr/>
        </p:nvCxnSpPr>
        <p:spPr>
          <a:xfrm flipV="1">
            <a:off x="1821547" y="6166318"/>
            <a:ext cx="959223" cy="26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253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564AED-C216-98EC-FC51-1725CA4D2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19" y="-1193"/>
            <a:ext cx="12202438" cy="68632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73A836-5A10-6A23-50D2-C61347F930CA}"/>
              </a:ext>
            </a:extLst>
          </p:cNvPr>
          <p:cNvSpPr txBox="1"/>
          <p:nvPr/>
        </p:nvSpPr>
        <p:spPr>
          <a:xfrm>
            <a:off x="1675549" y="166443"/>
            <a:ext cx="274319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Pressing the profile icon will take the user to the user </a:t>
            </a:r>
            <a:r>
              <a:rPr lang="en-US" dirty="0" err="1">
                <a:solidFill>
                  <a:schemeClr val="bg1"/>
                </a:solidFill>
              </a:rPr>
              <a:t>dashbaord</a:t>
            </a:r>
            <a:r>
              <a:rPr lang="en-US" dirty="0">
                <a:solidFill>
                  <a:schemeClr val="bg1"/>
                </a:solidFill>
              </a:rPr>
              <a:t> page where they can check profile related things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ECA6C-C8F4-4997-0EB2-3ADFC8886767}"/>
              </a:ext>
            </a:extLst>
          </p:cNvPr>
          <p:cNvSpPr txBox="1"/>
          <p:nvPr/>
        </p:nvSpPr>
        <p:spPr>
          <a:xfrm>
            <a:off x="7302383" y="3243829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A score based on the amount of modules the user has used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F2425-A292-A5CD-5D2B-5EC6E84AD2AC}"/>
              </a:ext>
            </a:extLst>
          </p:cNvPr>
          <p:cNvSpPr txBox="1"/>
          <p:nvPr/>
        </p:nvSpPr>
        <p:spPr>
          <a:xfrm>
            <a:off x="2174380" y="5215963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Profile history </a:t>
            </a:r>
          </a:p>
          <a:p>
            <a:r>
              <a:rPr lang="en-US" dirty="0">
                <a:solidFill>
                  <a:schemeClr val="bg1"/>
                </a:solidFill>
              </a:rPr>
              <a:t>     and info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38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B4596E-75EA-393D-506A-55E24AEDE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043" y="369"/>
            <a:ext cx="12190649" cy="68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2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C050C8-B11C-D37A-2325-F2822925A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947" y="-2905"/>
            <a:ext cx="12191998" cy="6861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6E0CAC-4B18-871F-BE08-9E8D42BCEB25}"/>
              </a:ext>
            </a:extLst>
          </p:cNvPr>
          <p:cNvSpPr txBox="1"/>
          <p:nvPr/>
        </p:nvSpPr>
        <p:spPr>
          <a:xfrm>
            <a:off x="9629294" y="4533476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Users can manage their profile settings here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2EFD3-9600-2C78-9F7E-B1F28AEE7751}"/>
              </a:ext>
            </a:extLst>
          </p:cNvPr>
          <p:cNvSpPr txBox="1"/>
          <p:nvPr/>
        </p:nvSpPr>
        <p:spPr>
          <a:xfrm>
            <a:off x="1077529" y="951933"/>
            <a:ext cx="2743200" cy="923330"/>
          </a:xfrm>
          <a:prstGeom prst="rect">
            <a:avLst/>
          </a:prstGeom>
          <a:solidFill>
            <a:schemeClr val="tx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Reports of the modules' recent </a:t>
            </a:r>
          </a:p>
          <a:p>
            <a:r>
              <a:rPr lang="en-US" dirty="0">
                <a:solidFill>
                  <a:schemeClr val="bg1"/>
                </a:solidFill>
              </a:rPr>
              <a:t>    results show up here</a:t>
            </a:r>
          </a:p>
        </p:txBody>
      </p:sp>
    </p:spTree>
    <p:extLst>
      <p:ext uri="{BB962C8B-B14F-4D97-AF65-F5344CB8AC3E}">
        <p14:creationId xmlns:p14="http://schemas.microsoft.com/office/powerpoint/2010/main" val="7427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ABF23A-5E58-4789-0E5C-E441C94E3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946" y="-3839"/>
            <a:ext cx="12191998" cy="68746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B59F18-BAED-76BB-606B-B6F8537A83CA}"/>
              </a:ext>
            </a:extLst>
          </p:cNvPr>
          <p:cNvSpPr txBox="1"/>
          <p:nvPr/>
        </p:nvSpPr>
        <p:spPr>
          <a:xfrm>
            <a:off x="7506667" y="1313110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Clicking the about button takes the user to a page that provides a simple explanation about every module.</a:t>
            </a:r>
          </a:p>
        </p:txBody>
      </p:sp>
    </p:spTree>
    <p:extLst>
      <p:ext uri="{BB962C8B-B14F-4D97-AF65-F5344CB8AC3E}">
        <p14:creationId xmlns:p14="http://schemas.microsoft.com/office/powerpoint/2010/main" val="130640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2B6F89F9-1C8F-CA4B-239E-198FD2D49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18" y="-847"/>
            <a:ext cx="12191998" cy="6883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1FCA24-ED6D-DA6C-CA97-87CD7CDE3F9B}"/>
              </a:ext>
            </a:extLst>
          </p:cNvPr>
          <p:cNvSpPr txBox="1"/>
          <p:nvPr/>
        </p:nvSpPr>
        <p:spPr>
          <a:xfrm>
            <a:off x="6590403" y="1286516"/>
            <a:ext cx="274319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Clicking on the help button takes the user to a page that provides guidance for basic problems.</a:t>
            </a:r>
          </a:p>
        </p:txBody>
      </p:sp>
    </p:spTree>
    <p:extLst>
      <p:ext uri="{BB962C8B-B14F-4D97-AF65-F5344CB8AC3E}">
        <p14:creationId xmlns:p14="http://schemas.microsoft.com/office/powerpoint/2010/main" val="409040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D86FF882-267D-63DC-7AE4-84151A7C0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718" y="-3585"/>
            <a:ext cx="12191998" cy="68784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670888-F300-0BE5-ED13-E0132920EFE0}"/>
              </a:ext>
            </a:extLst>
          </p:cNvPr>
          <p:cNvSpPr txBox="1"/>
          <p:nvPr/>
        </p:nvSpPr>
        <p:spPr>
          <a:xfrm>
            <a:off x="5559820" y="893421"/>
            <a:ext cx="274319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solidFill>
                  <a:schemeClr val="bg1"/>
                </a:solidFill>
              </a:rPr>
              <a:t>Clicking on the feedback button allows the user to submit a feedback about Sentinel, reporting bugs and mistakes or making new suggestions.</a:t>
            </a:r>
          </a:p>
        </p:txBody>
      </p:sp>
    </p:spTree>
    <p:extLst>
      <p:ext uri="{BB962C8B-B14F-4D97-AF65-F5344CB8AC3E}">
        <p14:creationId xmlns:p14="http://schemas.microsoft.com/office/powerpoint/2010/main" val="4043851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E46DB5-597B-521B-7884-C15CDC42D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6" y="-3931"/>
            <a:ext cx="12191999" cy="68748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B84307-B098-DFCD-140F-D54FA55CAFD2}"/>
              </a:ext>
            </a:extLst>
          </p:cNvPr>
          <p:cNvSpPr txBox="1"/>
          <p:nvPr/>
        </p:nvSpPr>
        <p:spPr>
          <a:xfrm>
            <a:off x="1946127" y="4567067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Once the user wants to get started with the modules, they can type anything in the message box and send it.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5A2CBE-B856-2BFA-8704-F6B6A7288EE6}"/>
              </a:ext>
            </a:extLst>
          </p:cNvPr>
          <p:cNvCxnSpPr/>
          <p:nvPr/>
        </p:nvCxnSpPr>
        <p:spPr>
          <a:xfrm>
            <a:off x="1114226" y="4351386"/>
            <a:ext cx="791135" cy="533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402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39FDE6-F9B9-6F8E-B058-20BD17532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946" y="1491"/>
            <a:ext cx="12191998" cy="69536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FDEF3B-2145-1E70-D793-DDA7DA87593A}"/>
              </a:ext>
            </a:extLst>
          </p:cNvPr>
          <p:cNvSpPr txBox="1"/>
          <p:nvPr/>
        </p:nvSpPr>
        <p:spPr>
          <a:xfrm>
            <a:off x="304658" y="5461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Once the user clicks send, they enter the modules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26E20-54B0-7824-C096-89445EE0BA0D}"/>
              </a:ext>
            </a:extLst>
          </p:cNvPr>
          <p:cNvSpPr txBox="1"/>
          <p:nvPr/>
        </p:nvSpPr>
        <p:spPr>
          <a:xfrm>
            <a:off x="3925820" y="937803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They can choose whether to ask Sentinel questions about cybersecurity.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EF2271-9204-4A3E-D140-B308F14422F9}"/>
              </a:ext>
            </a:extLst>
          </p:cNvPr>
          <p:cNvCxnSpPr/>
          <p:nvPr/>
        </p:nvCxnSpPr>
        <p:spPr>
          <a:xfrm>
            <a:off x="2802798" y="1439298"/>
            <a:ext cx="1127311" cy="4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E87E36-7408-4A02-B7D2-634EB5357FC6}"/>
              </a:ext>
            </a:extLst>
          </p:cNvPr>
          <p:cNvCxnSpPr>
            <a:cxnSpLocks/>
          </p:cNvCxnSpPr>
          <p:nvPr/>
        </p:nvCxnSpPr>
        <p:spPr>
          <a:xfrm>
            <a:off x="5525827" y="5529444"/>
            <a:ext cx="2281516" cy="499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23F88B-7559-E156-5259-3A7778AABB35}"/>
              </a:ext>
            </a:extLst>
          </p:cNvPr>
          <p:cNvSpPr txBox="1"/>
          <p:nvPr/>
        </p:nvSpPr>
        <p:spPr>
          <a:xfrm>
            <a:off x="7829049" y="5782172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 to use any of the different sentinel modules.</a:t>
            </a:r>
          </a:p>
        </p:txBody>
      </p:sp>
    </p:spTree>
    <p:extLst>
      <p:ext uri="{BB962C8B-B14F-4D97-AF65-F5344CB8AC3E}">
        <p14:creationId xmlns:p14="http://schemas.microsoft.com/office/powerpoint/2010/main" val="801185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creenshot 2025-10-19 23032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032000" y="31788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The user types any question in the message box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670050" y="2964815"/>
            <a:ext cx="401955" cy="4222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5-10-19 23545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847965" y="831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Sentinel responds with the three best matches based on the question asked.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5-10-19 23573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5" y="635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5-10-20 00023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5-10-20 00054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635"/>
            <a:ext cx="12192000" cy="6856730"/>
          </a:xfrm>
        </p:spPr>
        <p:txBody>
          <a:bodyPr/>
          <a:lstStyle/>
          <a:p>
            <a:pPr marL="0" indent="0">
              <a:buNone/>
            </a:pPr>
            <a:r>
              <a:rPr lang="en-US" sz="4800"/>
              <a:t>                   </a:t>
            </a:r>
          </a:p>
          <a:p>
            <a:endParaRPr lang="en-US" sz="4800"/>
          </a:p>
          <a:p>
            <a:endParaRPr lang="en-US" sz="4800"/>
          </a:p>
          <a:p>
            <a:pPr marL="0" indent="0">
              <a:buNone/>
            </a:pPr>
            <a:r>
              <a:rPr lang="en-US" sz="4800"/>
              <a:t>                     </a:t>
            </a:r>
            <a:r>
              <a:rPr lang="en-US" sz="800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447</Words>
  <Application>Microsoft Office PowerPoint</Application>
  <PresentationFormat>Widescreen</PresentationFormat>
  <Paragraphs>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Century Gothic</vt:lpstr>
      <vt:lpstr>Wingdings</vt:lpstr>
      <vt:lpstr>Wingdings 3</vt:lpstr>
      <vt:lpstr>Ion</vt:lpstr>
      <vt:lpstr> Sentinel  Storyboard</vt:lpstr>
      <vt:lpstr>Purpose of the Storyboard  The purpose of this storyboard is to visually and conceptually illustrate the user journey within Sentinel, an AI-powered cybersecurity assistant. It outlines how users interact with the system — from authentication and personalized greetings to module selection and security analysis. This storyboard aims to: Demonstrate the logical flow of Sentinel’s interface and functionality. Highlight how each feature contributes to enhancing user security awareness and protection. Provide a clear overview of the user experience (UX), emphasizing simplicity, guidance, and proactive threat prevention. Ultimately, the storyboard serves as a conceptual roadmap for how Sentinel empowers users to identify, understand, and mitigate cybersecurity risks through an intuitive, modular, and intelligent design.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mzaina0110@gmail.com</cp:lastModifiedBy>
  <cp:revision>332</cp:revision>
  <dcterms:created xsi:type="dcterms:W3CDTF">2025-10-19T18:23:44Z</dcterms:created>
  <dcterms:modified xsi:type="dcterms:W3CDTF">2025-10-19T21:27:15Z</dcterms:modified>
</cp:coreProperties>
</file>